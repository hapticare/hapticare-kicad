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12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B97B45-C772-BBFB-512D-B3BE8987D5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BA1E73-0BF2-0F90-E022-43E534C91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F4A249-5E9D-25EF-EE60-73A8B213B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8455-BC99-45DB-9462-8AEE3F8C2681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76B124-38D7-167D-CCD6-C58A2AAF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CBB876-06F1-592F-BD7A-9721D10BA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4238-2344-4547-9212-381E99124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0899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67AE71-0108-9B94-AD83-B660ABFC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D56503-D993-1221-37D9-4441EF53A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5C1B95-CBF8-A05E-58C8-73103C2F9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8455-BC99-45DB-9462-8AEE3F8C2681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D8BE0B-3AD1-3775-214B-346357770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7CB44F-C0AC-B2BA-9B96-F83D2C6E9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4238-2344-4547-9212-381E99124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2938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C5587C-4E9F-D04B-ED81-5F4566757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7890C6-71FB-087E-CB79-C12B770CB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01CB47-CB33-8F72-A97A-8F57D657E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8455-BC99-45DB-9462-8AEE3F8C2681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43F2B5-802F-A185-3A61-85A954956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D4D2A1-4189-920D-BAC5-790DF70FD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4238-2344-4547-9212-381E99124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1004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ACDFBC-152A-A382-396A-3C00CEFD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E57F67-E212-1318-EF59-8356781C4D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B2B6846-6D6C-E643-B86E-DCB5DE09D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531A8BD-6ABC-D982-E045-05AEAC4A4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8455-BC99-45DB-9462-8AEE3F8C2681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8BE6270-DB3D-C074-628D-4C54135F3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85AC8F8-E356-CD95-7AB8-6406DF651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4238-2344-4547-9212-381E99124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013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E531D7-60B9-3539-1A42-BC6EE9B39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928BBB3-7294-253E-5DAC-C1D631642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16D5218-C2A5-18D6-0460-2DDEA5A39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6F40BFD-7770-83CC-1836-CE84467F0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76EFFC3-25DD-227A-99D3-FDC169FEE0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43B3493-98CB-A1DC-AC80-19E22DAAB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8455-BC99-45DB-9462-8AEE3F8C2681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B0F85FF-D69C-F463-3DCF-56DA2A66D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3E8E13F-6DFD-1FE9-DA57-CFC08FBFE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4238-2344-4547-9212-381E99124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3118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F94EEC-82BC-3B63-6D49-BF007EB0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9073EAC-C9E8-FF2D-CAC6-8FBCDF08D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8455-BC99-45DB-9462-8AEE3F8C2681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A5CF9E0-4C4E-2DF0-0006-ECFF7E302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17071CB-FD01-FA54-E42A-2B2F95FDE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4238-2344-4547-9212-381E99124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2550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F690D42-3CFE-4406-4B1B-CD534B8BD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8455-BC99-45DB-9462-8AEE3F8C2681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CE97032-B16F-95D2-8D26-E3034616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BD1D7E8-3500-3071-54F1-21FEE809C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4238-2344-4547-9212-381E99124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4867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D8C4AF-8953-5BEC-FB28-0402ACE9B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0417C4-55B0-8784-C673-A0F393F9B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6140505-FE62-E6A6-2788-E36C8C673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5D02986-2B42-576C-FD0B-004D55383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8455-BC99-45DB-9462-8AEE3F8C2681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A9416E0-DC44-7D4D-2EE7-A16B2BBF1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07E456F-43C8-5A23-5343-5F9053E60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4238-2344-4547-9212-381E99124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4706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25E340-5E0C-C52B-C82C-BF02C925D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55390C4-7280-D533-1DF8-84440CCE19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A7150D2-9A80-C127-BF51-F2765AB64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EC258C-9A08-0731-66CB-DFF7C1977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8455-BC99-45DB-9462-8AEE3F8C2681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851541-68E8-FE45-118D-DB3976BC4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B4B85B3-B346-1629-8C39-02BC246B7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4238-2344-4547-9212-381E99124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3127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108BC4-974C-1EFF-A3FD-738656FAD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BDBDB29-A4F4-15AE-2BCD-59871BAC4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571A14-34ED-DE9A-36DA-566D9C1BF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8455-BC99-45DB-9462-8AEE3F8C2681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2ED48D-802C-72DF-E01A-2C86F70FD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6D57CB-190B-5C23-EEA8-D6AA5FFFF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4238-2344-4547-9212-381E99124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7057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C996805-BCE8-CBAD-4302-4437917099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01C8266-D513-EAD9-C6FE-B195D37E41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0E9653-3EA9-1903-FDAC-D945B2009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8455-BC99-45DB-9462-8AEE3F8C2681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0C0065-45A8-9038-0065-21D6F220A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E8EBEC-9BCF-437A-456D-6BB7DBAC7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4238-2344-4547-9212-381E99124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1249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C388C7C-CAD2-043A-10DA-F9F9F318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32459F-0B7E-CF18-6CB6-485621F1D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2F7178-38C6-E43F-5DCF-8953EB8497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F68455-BC99-45DB-9462-8AEE3F8C2681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8EF568-3C7A-C512-92C6-C842DB206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41D9E8-B574-C1B6-0533-EEE664EF8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1A4238-2344-4547-9212-381E991246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1429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B7880AFC-0787-BA30-9330-8D61249B3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670" y="0"/>
            <a:ext cx="6866659" cy="6858000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065BFCCB-0B3F-022C-4EC4-32BFBEBCA7AF}"/>
              </a:ext>
            </a:extLst>
          </p:cNvPr>
          <p:cNvSpPr/>
          <p:nvPr/>
        </p:nvSpPr>
        <p:spPr>
          <a:xfrm>
            <a:off x="2905496" y="5684322"/>
            <a:ext cx="6582888" cy="108065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5E3693A-A7E3-FEA7-740C-43F0DEE9336E}"/>
              </a:ext>
            </a:extLst>
          </p:cNvPr>
          <p:cNvSpPr/>
          <p:nvPr/>
        </p:nvSpPr>
        <p:spPr>
          <a:xfrm>
            <a:off x="2626426" y="2772888"/>
            <a:ext cx="3081647" cy="123305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39543EE-5DDC-0813-BDA7-3D5CA259D9A4}"/>
              </a:ext>
            </a:extLst>
          </p:cNvPr>
          <p:cNvSpPr txBox="1"/>
          <p:nvPr/>
        </p:nvSpPr>
        <p:spPr>
          <a:xfrm>
            <a:off x="365374" y="3020083"/>
            <a:ext cx="2297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USB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programming</a:t>
            </a:r>
            <a:endParaRPr lang="de-DE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61AF6ED-BF4A-C775-7EDF-0E4A549706BE}"/>
              </a:ext>
            </a:extLst>
          </p:cNvPr>
          <p:cNvSpPr txBox="1"/>
          <p:nvPr/>
        </p:nvSpPr>
        <p:spPr>
          <a:xfrm>
            <a:off x="9357756" y="1150801"/>
            <a:ext cx="2756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Additional </a:t>
            </a:r>
            <a:r>
              <a:rPr lang="de-DE" dirty="0" err="1"/>
              <a:t>programming</a:t>
            </a:r>
            <a:r>
              <a:rPr lang="de-DE" dirty="0"/>
              <a:t> interface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C7739257-09DE-A5C1-8869-F062B3DC7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1573" y="3212936"/>
            <a:ext cx="552365" cy="410392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A5B7D7FF-29DF-206D-6004-F5A634173E66}"/>
              </a:ext>
            </a:extLst>
          </p:cNvPr>
          <p:cNvSpPr txBox="1"/>
          <p:nvPr/>
        </p:nvSpPr>
        <p:spPr>
          <a:xfrm>
            <a:off x="8973342" y="3541511"/>
            <a:ext cx="1008858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900" dirty="0" err="1"/>
              <a:t>Reset</a:t>
            </a:r>
            <a:r>
              <a:rPr lang="de-DE" sz="900" dirty="0"/>
              <a:t> Option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E3E55620-8186-1FB7-A726-43DEC08F20C1}"/>
              </a:ext>
            </a:extLst>
          </p:cNvPr>
          <p:cNvSpPr/>
          <p:nvPr/>
        </p:nvSpPr>
        <p:spPr>
          <a:xfrm>
            <a:off x="9304908" y="3132101"/>
            <a:ext cx="276726" cy="1443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4F4A3C4-F8B0-68F9-B94D-7348770B758A}"/>
              </a:ext>
            </a:extLst>
          </p:cNvPr>
          <p:cNvSpPr/>
          <p:nvPr/>
        </p:nvSpPr>
        <p:spPr>
          <a:xfrm>
            <a:off x="8714874" y="1915992"/>
            <a:ext cx="424905" cy="6819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F72B957-723D-BD4B-DDEB-30FD52232D28}"/>
              </a:ext>
            </a:extLst>
          </p:cNvPr>
          <p:cNvSpPr/>
          <p:nvPr/>
        </p:nvSpPr>
        <p:spPr>
          <a:xfrm>
            <a:off x="7972926" y="2043804"/>
            <a:ext cx="741948" cy="4262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0871B7E-1B17-4349-2494-5748445AB20E}"/>
              </a:ext>
            </a:extLst>
          </p:cNvPr>
          <p:cNvSpPr/>
          <p:nvPr/>
        </p:nvSpPr>
        <p:spPr>
          <a:xfrm>
            <a:off x="2743200" y="1997955"/>
            <a:ext cx="2269958" cy="6819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62FF1A17-2B8B-6ACA-05EC-CAEB875D86D3}"/>
              </a:ext>
            </a:extLst>
          </p:cNvPr>
          <p:cNvCxnSpPr>
            <a:cxnSpLocks/>
          </p:cNvCxnSpPr>
          <p:nvPr/>
        </p:nvCxnSpPr>
        <p:spPr>
          <a:xfrm flipV="1">
            <a:off x="3087900" y="1868905"/>
            <a:ext cx="1351753" cy="3885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hteck 23">
            <a:extLst>
              <a:ext uri="{FF2B5EF4-FFF2-40B4-BE49-F238E27FC236}">
                <a16:creationId xmlns:a16="http://schemas.microsoft.com/office/drawing/2014/main" id="{947A82A0-5E5F-5565-8532-98DE1991A042}"/>
              </a:ext>
            </a:extLst>
          </p:cNvPr>
          <p:cNvSpPr/>
          <p:nvPr/>
        </p:nvSpPr>
        <p:spPr>
          <a:xfrm>
            <a:off x="8610600" y="1014663"/>
            <a:ext cx="3388894" cy="278833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164582B-AD1F-5604-1B30-7B90D62F0D3E}"/>
              </a:ext>
            </a:extLst>
          </p:cNvPr>
          <p:cNvSpPr txBox="1"/>
          <p:nvPr/>
        </p:nvSpPr>
        <p:spPr>
          <a:xfrm>
            <a:off x="6931318" y="3958616"/>
            <a:ext cx="263425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Include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circuit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reset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microcontroller</a:t>
            </a:r>
            <a:r>
              <a:rPr lang="de-DE" dirty="0"/>
              <a:t> via </a:t>
            </a:r>
            <a:r>
              <a:rPr lang="de-DE" dirty="0" err="1"/>
              <a:t>button</a:t>
            </a:r>
            <a:endParaRPr lang="de-DE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A5115D47-70F0-D2E2-0BF7-9E364E5D9F62}"/>
              </a:ext>
            </a:extLst>
          </p:cNvPr>
          <p:cNvSpPr/>
          <p:nvPr/>
        </p:nvSpPr>
        <p:spPr>
          <a:xfrm>
            <a:off x="7342180" y="3209944"/>
            <a:ext cx="1178291" cy="79599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5050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Breitbild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Weis, Janik (ITIV)</dc:creator>
  <cp:lastModifiedBy>Weis, Janik (ITIV)</cp:lastModifiedBy>
  <cp:revision>1</cp:revision>
  <dcterms:created xsi:type="dcterms:W3CDTF">2026-09-01T11:25:52Z</dcterms:created>
  <dcterms:modified xsi:type="dcterms:W3CDTF">2026-09-01T11:26:07Z</dcterms:modified>
</cp:coreProperties>
</file>